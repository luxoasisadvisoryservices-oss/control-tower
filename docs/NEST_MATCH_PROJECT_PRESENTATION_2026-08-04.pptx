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PRIVATE 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17201C"/>
                </a:solidFill>
                <a:latin typeface="Aptos"/>
              </a:rPr>
              <a:t>Nest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93392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D6C65"/>
                </a:solidFill>
                <a:latin typeface="Aptos"/>
              </a:rPr>
              <a:t>The private operator network for short-term rentals.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6148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Dubai first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App-ready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Controlled private beta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short-term rentals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Controlled private 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Lux Oasis Advisory &amp; Services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Short-term-rental execution runs through scattered chats.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Operators search for owners, agents, cleaners, maintenance teams and suppliers across WhatsApp, Telegram and referrals.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Owners and agents struggle to find serious operators and execution partners.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Service providers have availability, but no clean route to trusted operators.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Opportunities move quickly, while trust, verification and follow-up stay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A structured network for the STR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Inventory Board for units, empty nights, operator requests and service needs.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Role-based profiles for operators, owners, agents and service providers.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Direct messaging, introductions and service-provider discovery.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Contract checklist and template hub, kept informational until legal review.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Manual beta approval before wider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WHY DUBAI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Dubai is the proof market, not the ceiling.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Large active holiday-home market with real operating complexity.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Fragmented operators, landlords, agents and vendors.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Lux Oasis Holiday Homes already sees the pain from inside the market.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Current substitutes are chats, directories and manual referrals.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Liquidity and trust are local, so rollout should be city by 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Not another passive directory.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Connects supply, demand, services and trust signals in one local network.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Built around active operator workflow, not static profile listings.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Supports owners, agents, operators and vendors together.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Designed to become mobile-first because the market already works from phones.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Global-capable architecture, sequenced city-by-city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Start with useful liquidity before monetisation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Free tier for first conversations and network participation.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Pro for more contact credits, visibility, saved alerts and attachments.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Premium for higher visibility, larger limits, team/company profiles and advanced filters.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Future revenue: sponsored visibility, verified provider upgrades, business dashboards and contract/checklist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Ready for controlled signal, not broad paid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Homepage now clearly says private beta and Dubai first.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Email confirmation, basic dashboards, two-sided text messaging and simple Inventory Board posting have passed prior QA.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Legal footer frames Nest Match as a marketplace only, not broker, property manager or legal advisor.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P0 blockers remain: session-gate payment success pages and fix the browse database error.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Fresh logged-in QA is still needed across landlord, operator, provider and admin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Controlled beta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594360"/>
            <a:ext cx="1783080" cy="329184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Controlled beta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LAUNCH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Move fast without confusing speed with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Fix P0 safety blockers.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Keep public site as early-access/private-beta signal.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Invite 20-30 curated Dubai STR users.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Seed operators, service providers and owner/agent contacts manually.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Measure repeat use: posts, replies, saved contacts, intros and service requests.</a:t>
            </a:r>
          </a:p>
          <a:p>
            <a:pPr>
              <a:spcAft>
                <a:spcPts val="800"/>
              </a:spcAft>
              <a:defRPr sz="1500">
                <a:solidFill>
                  <a:srgbClr val="17201C"/>
                </a:solidFill>
                <a:latin typeface="Aptos"/>
              </a:defRPr>
            </a:pPr>
            <a:r>
              <a:t>Widen only after the core loop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FUNDING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Funding should support proof, not vanity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Good use: product safety fixes, QA, controlled beta operations and verified infrastructure when real traffic justifies it.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Good use: targeted founder-led beta acquisition, not paid traffic.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Avoid: broad marketing before blockers close, cosmetic polish debt, heavy personal guarantees and repayment pressure.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Best financing fit today is Lux Oasis Holiday Homes as operating SME; Nest Match is weaker until beta proof improves.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Debt only if repayment is clean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594360"/>
            <a:ext cx="1783080" cy="329184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Debt only if repayment is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8A5B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7201C"/>
                </a:solidFill>
                <a:latin typeface="Aptos"/>
              </a:rPr>
              <a:t>Support a controlled Dubai beta.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Validate the operator network loop.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Keep legal, payment and data-risk surfaces gated.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Use Lux Oasis operating knowledge as unfair advantage.</a:t>
            </a:r>
          </a:p>
          <a:p>
            <a:pPr>
              <a:spcAft>
                <a:spcPts val="800"/>
              </a:spcAft>
              <a:defRPr sz="1800">
                <a:solidFill>
                  <a:srgbClr val="17201C"/>
                </a:solidFill>
                <a:latin typeface="Aptos"/>
              </a:defRPr>
            </a:pPr>
            <a:r>
              <a:t>Expand city by city only after real marketplace activity exists.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8A5B"/>
                </a:solidFill>
                <a:latin typeface="Aptos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8483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40863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Operators, owners, agents, service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95351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954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Dubai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22191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D6C65"/>
                </a:solidFill>
                <a:latin typeface="Aptos"/>
              </a:rPr>
              <a:t>Next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7822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01C"/>
                </a:solidFill>
                <a:latin typeface="Aptos"/>
              </a:rPr>
              <a:t>P0 safety fixes, then curated beta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80"/>
            <a:ext cx="10652760" cy="658368"/>
          </a:xfrm>
          <a:prstGeom prst="roundRect">
            <a:avLst/>
          </a:prstGeom>
          <a:solidFill>
            <a:srgbClr val="17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586984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Nest Match is building the coordination layer missing from short-term rentals: inventory, trusted intros, service providers and operator-safe checklists in one private network.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D6C65"/>
                </a:solidFill>
                <a:latin typeface="Aptos"/>
              </a:rPr>
              <a:t>Nest Match | Lux Oasis Advisory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D6C6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